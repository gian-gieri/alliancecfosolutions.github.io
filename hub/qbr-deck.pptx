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Quarterly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63B"/>
                </a:solidFill>
                <a:latin typeface="Calibri"/>
              </a:defRPr>
            </a:pPr>
            <a:r>
              <a:t>[Client]  |  [Quarter Year]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9963B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Prepared by Gian Gieri, CPA  |  Alliance CFO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Quarter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REVENUE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[X]%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GROSS MARGIN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[X]%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[X]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NET INCOME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[X]%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CASH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$[X]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7472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AR DAYS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[X]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47472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CUSTOMERS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[X]%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This Quarter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 Quarter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pts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Cash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Revenue Trend —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Calibri"/>
              </a:defRPr>
            </a:pPr>
            <a:r>
              <a:t>[12-Month Revenue Chart 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Calibri"/>
              </a:defRPr>
            </a:pPr>
            <a:r>
              <a:t>[Gross Margin &amp; Net Margin Trend Placeholder]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Cash Flow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Quarter Cash Flow:</a:t>
            </a: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• Beginning Balance: $[X]</a:t>
            </a: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• Operating Cash Flow: $[X]</a:t>
            </a: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• Investing Cash Flow: $[X]</a:t>
            </a: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• Financing Cash Flow: $[X]</a:t>
            </a: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• Ending Balance: $[X]</a:t>
            </a: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Forward Forecast:</a:t>
            </a:r>
          </a:p>
          <a:p>
            <a:pPr>
              <a:spcAft>
                <a:spcPts val="400"/>
              </a:spcAft>
              <a:defRPr sz="1200">
                <a:solidFill>
                  <a:srgbClr val="1B3A5C"/>
                </a:solidFill>
                <a:latin typeface="Calibri"/>
              </a:defRPr>
            </a:pPr>
            <a:r>
              <a:t>• [Next Quarter]: $[X] projected ending cash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Progress Against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Goal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[Goal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On Track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[Goal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[Goal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Strategic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[Win 1 — describe the achievement and impact]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[Win 2]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[Win 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Areas of Concern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[Concern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[Impact]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[Action]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[Concern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[Impact]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[Action]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Next Quarter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Date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[Priority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[Owner]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[Date]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[Priority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[Owner]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[Date]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[Priority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[Owner]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[Date]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12-Month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[Forward-looking narrative summary covering: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Revenue trajectory and growth expectations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Key investments or changes planned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Risks and mitigation strategies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Strategic opportunities to pursue]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9963B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963B"/>
                </a:solidFill>
                <a:latin typeface="Calibri"/>
              </a:defRPr>
            </a:pPr>
            <a:r>
              <a:t>Gian Gieri, CPA  |  gian@alliancecfosolutions.com  |  alliancecfosolutions.com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