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Alliance CFO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63B"/>
                </a:solidFill>
                <a:latin typeface="Calibri"/>
              </a:defRPr>
            </a:pPr>
            <a:r>
              <a:t>Financial Clarity for Growing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Georgia"/>
              </a:defRPr>
            </a:pPr>
            <a:r>
              <a:t>Most $1M–$10M business owners are making major decisions</a:t>
            </a:r>
            <a:br/>
            <a:r>
              <a:t>without a financial co-pilot.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5603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A5C"/>
                </a:solidFill>
                <a:latin typeface="Georgia"/>
              </a:defRPr>
            </a:pPr>
            <a:r>
              <a:t>Flying blind on cash flow</a:t>
            </a:r>
          </a:p>
          <a:p>
            <a:pPr>
              <a:spcBef>
                <a:spcPts val="800"/>
              </a:spcBef>
              <a:defRPr sz="1000">
                <a:solidFill>
                  <a:srgbClr val="1B3A5C"/>
                </a:solidFill>
                <a:latin typeface="Calibri"/>
              </a:defRPr>
            </a:pPr>
            <a:r>
              <a:t>You know revenue is coming in, but you're not sure where it's going.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743200"/>
            <a:ext cx="25603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A5C"/>
                </a:solidFill>
                <a:latin typeface="Georgia"/>
              </a:defRPr>
            </a:pPr>
            <a:r>
              <a:t>Reactive instead of strategic</a:t>
            </a:r>
          </a:p>
          <a:p>
            <a:pPr>
              <a:spcBef>
                <a:spcPts val="800"/>
              </a:spcBef>
              <a:defRPr sz="1000">
                <a:solidFill>
                  <a:srgbClr val="1B3A5C"/>
                </a:solidFill>
                <a:latin typeface="Calibri"/>
              </a:defRPr>
            </a:pPr>
            <a:r>
              <a:t>You're making financial decisions based on gut, not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5603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A5C"/>
                </a:solidFill>
                <a:latin typeface="Georgia"/>
              </a:defRPr>
            </a:pPr>
            <a:r>
              <a:t>Outgrown the bookkeeper</a:t>
            </a:r>
          </a:p>
          <a:p>
            <a:pPr>
              <a:spcBef>
                <a:spcPts val="800"/>
              </a:spcBef>
              <a:defRPr sz="1000">
                <a:solidFill>
                  <a:srgbClr val="1B3A5C"/>
                </a:solidFill>
                <a:latin typeface="Calibri"/>
              </a:defRPr>
            </a:pPr>
            <a:r>
              <a:t>You need strategic guidance but can't justify a full-time CFO.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Georgia"/>
              </a:defRPr>
            </a:pPr>
            <a:r>
              <a:t>A fractional CFO who's also a business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A fractional CFO gives you executive-level financial leadership — without the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full-time salary. You get the strategic thinking, forecasting, and financial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clarity that drives better decisions.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Think of it as having a CFO on your team, part-time, focused entirely on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making your business financially stronger.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Why Alliance CFO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963B"/>
                </a:solidFill>
                <a:latin typeface="Georgia"/>
              </a:defRPr>
            </a:pPr>
            <a:r>
              <a:t>CPA  +  Franchise Operator  +  C-Suite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"I don't just advise. I operate."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I run 3 franchise locations in Colorado. I deal with payroll, cash flow,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hiring, and P&amp;L management every single week. When I advise your business,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I bring an operator's perspective — not just theory.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CPA credential. Real-world operations. Strategic financial leadership.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Service-based businesses, $1M–$10M in revenue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Industries we work with: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Construction &amp; trades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Medical &amp; dental practices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Staffing &amp; recruiting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Franchise operations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Professional services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"Already have a bookkeeper. Need a strategic financial partner."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0116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9963B"/>
                </a:solidFill>
                <a:latin typeface="Georgia"/>
              </a:defRPr>
            </a:pPr>
            <a:r>
              <a:t>DIAGNOSTIC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1B3A5C"/>
                </a:solidFill>
                <a:latin typeface="Georgia"/>
              </a:defRPr>
            </a:pPr>
            <a:r>
              <a:t>$2,500</a:t>
            </a:r>
            <a:br/>
            <a:r>
              <a:t>60 days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Financial assessment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Cash flow snapshot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2 strategy calls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Written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79" y="1188720"/>
            <a:ext cx="20116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9963B"/>
                </a:solidFill>
                <a:latin typeface="Georgia"/>
              </a:defRPr>
            </a:pPr>
            <a:r>
              <a:t>ESSENTIAL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1B3A5C"/>
                </a:solidFill>
                <a:latin typeface="Georgia"/>
              </a:defRPr>
            </a:pPr>
            <a:r>
              <a:t>$3,500/mo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Monthly financials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KPI package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1 strategy call/mo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48-hr email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20116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9963B"/>
                </a:solidFill>
                <a:latin typeface="Georgia"/>
              </a:defRPr>
            </a:pPr>
            <a:r>
              <a:t>GROWTH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1B3A5C"/>
                </a:solidFill>
                <a:latin typeface="Georgia"/>
              </a:defRPr>
            </a:pPr>
            <a:r>
              <a:t>$5,500/mo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Everything in Essential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13-mo cash forecast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KPI dashboard</a:t>
            </a:r>
          </a:p>
          <a:p>
            <a:pPr algn="ctr">
              <a:spcBef>
                <a:spcPts val="400"/>
              </a:spcBef>
              <a:defRPr sz="900">
                <a:solidFill>
                  <a:srgbClr val="1B3A5C"/>
                </a:solidFill>
                <a:latin typeface="Calibri"/>
              </a:defRPr>
            </a:pPr>
            <a:r>
              <a:t>2 calls/mo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7999" y="1188720"/>
            <a:ext cx="2011680" cy="4572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9963B"/>
                </a:solidFill>
                <a:latin typeface="Georgia"/>
              </a:defRPr>
            </a:pPr>
            <a:r>
              <a:t>STRATEGIC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FFFFF"/>
                </a:solidFill>
                <a:latin typeface="Georgia"/>
              </a:defRPr>
            </a:pPr>
            <a:r>
              <a:t>$8,500/mo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  <a:latin typeface="Calibri"/>
              </a:defRPr>
            </a:pPr>
            <a:r>
              <a:t>Everything in Growth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  <a:latin typeface="Calibri"/>
              </a:defRPr>
            </a:pPr>
            <a:r>
              <a:t>Weekly check-ins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  <a:latin typeface="Calibri"/>
              </a:defRPr>
            </a:pPr>
            <a:r>
              <a:t>Cash flow modeling</a:t>
            </a:r>
          </a:p>
          <a:p>
            <a:pPr algn="ctr">
              <a:spcBef>
                <a:spcPts val="400"/>
              </a:spcBef>
              <a:defRPr sz="900">
                <a:solidFill>
                  <a:srgbClr val="FFFFFF"/>
                </a:solidFill>
                <a:latin typeface="Calibri"/>
              </a:defRPr>
            </a:pPr>
            <a:r>
              <a:t>Same-day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9963B"/>
                </a:solidFill>
                <a:latin typeface="Georgia"/>
              </a:defRPr>
            </a:pPr>
            <a:r>
              <a:t>1. We Talk</a:t>
            </a:r>
          </a:p>
          <a:p>
            <a:pPr algn="ctr">
              <a:spcBef>
                <a:spcPts val="12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Book a free 20-minute intro call.</a:t>
            </a:r>
            <a:br/>
            <a:r>
              <a:t>We learn about your business</a:t>
            </a:r>
            <a:br/>
            <a:r>
              <a:t>and your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27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9963B"/>
                </a:solidFill>
                <a:latin typeface="Georgia"/>
              </a:defRPr>
            </a:pPr>
            <a:r>
              <a:t>2. We Diagnose</a:t>
            </a:r>
          </a:p>
          <a:p>
            <a:pPr algn="ctr">
              <a:spcBef>
                <a:spcPts val="12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We assess your financials</a:t>
            </a:r>
            <a:br/>
            <a:r>
              <a:t>and identify the gaps</a:t>
            </a:r>
            <a:br/>
            <a:r>
              <a:t>holding you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743200"/>
            <a:ext cx="27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9963B"/>
                </a:solidFill>
                <a:latin typeface="Georgia"/>
              </a:defRPr>
            </a:pPr>
            <a:r>
              <a:t>3. You Decide</a:t>
            </a:r>
            <a:br/>
            <a:r>
              <a:t>    with Clarity</a:t>
            </a:r>
          </a:p>
          <a:p>
            <a:pPr algn="ctr">
              <a:spcBef>
                <a:spcPts val="12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You get a clear plan</a:t>
            </a:r>
            <a:br/>
            <a:r>
              <a:t>and choose the engagement</a:t>
            </a:r>
            <a:br/>
            <a:r>
              <a:t>that fits your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B3A5C"/>
                </a:solidFill>
                <a:latin typeface="Georgia"/>
              </a:defRPr>
            </a:pPr>
            <a:r>
              <a:t>"Working with Gian gave us clarity we've never had. For the first time, we're making decisions based on real numbers instead of gut feelings."</a:t>
            </a:r>
          </a:p>
          <a:p>
            <a:pPr>
              <a:spcBef>
                <a:spcPts val="1200"/>
              </a:spcBef>
              <a:defRPr sz="1200" b="1">
                <a:solidFill>
                  <a:srgbClr val="C9963B"/>
                </a:solidFill>
                <a:latin typeface="Calibri"/>
              </a:defRPr>
            </a:pPr>
            <a:r>
              <a:t>— Zach, Nexeris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Calibri"/>
              </a:defRPr>
            </a:pPr>
            <a:r>
              <a:t>[Additional testimonials placeholder]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Book a free 20-minute intro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963B"/>
                </a:solidFill>
                <a:latin typeface="Calibri"/>
              </a:defRPr>
            </a:pPr>
            <a:r>
              <a:t>calendly.com/gian-alliancecfosolutions/free-intro-call</a:t>
            </a:r>
            <a:br/>
            <a:r>
              <a:t>gian@alliancecfosolutions.com</a:t>
            </a:r>
            <a:br/>
            <a:r>
              <a:t>alliancecfosolutions.com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